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3665E-FDE5-CB6B-985B-610F87CDC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41EF74-03B7-C945-CE42-BD8F7F968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D2C9ED-B784-C8F4-8D74-BC739448C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2EE006-23FC-D6B6-000B-A4AA1D47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272528-C63C-D720-A61E-105C0EFF8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05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A5C32-0868-D90B-28DD-45045025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1AAF3E-D874-89E3-7AF0-0A23EF740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E7292-D3DA-2484-7346-A6047106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22323-9CDA-2421-3B9A-AEE9C3E3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8458F-B7F2-7085-9704-12666243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43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AD826-9773-DBB3-BA44-A3947BEB4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3EF62F-601D-868B-89F1-8BD19A61C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A00FE-64FE-7820-C8F8-0766988D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AD8C42-5557-95A9-8392-71264784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9DFB04-B570-6A54-46CD-CF689B9D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07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10491-EE86-5FDF-2B41-005B0248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6C9FE4-C586-7456-5070-69FC5F55F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5EDDCC-DA81-A3C6-FF37-15F8A9C84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F8574-B176-462F-0F09-0A64CE61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6E9C37-39E9-A302-A36F-DF9630038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A7008B-672E-F87C-E2AF-66071668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28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15C7E-5130-85D0-79AF-DAE9E7EEF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AF82F7-FBBF-F1A7-ABDB-FEACC7385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EE6293-99DD-3CFA-80BC-CCB5D529E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238070-632E-4BFD-EC91-9745F77E2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C27C18-AC05-903C-E3AE-AEF1B156E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DCCCD-6873-3A9E-0483-80219881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4ADA38-06F0-FDE2-6EF7-4EA1DE0F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70C95A-D1E4-636A-669F-1D4D4697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57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54B94-0710-02ED-29DC-4427DE70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C26DC1-E00C-F878-A02C-C47EBA35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997115-3D05-9016-B584-5BF9FABDC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186BCB-E860-2354-5CCF-EFCEF7AE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483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4B1898-F740-768E-6671-388FC4A8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F03BAD-C1C6-8A5C-144D-DA5EDB4C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567D3A-6C75-A320-60E4-0F9FDAD1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389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B6FEA-B30F-CAD9-1710-50F7B7BE3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81FCA4-D604-1647-1345-26BC3947A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46BD36-5B10-B08D-5B29-9D6F2B576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59A5E5-2036-0D24-EC88-A4EE2BFD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E62C49-2C9C-0B77-2ED2-4488B7AB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7388F9-F1A6-FBC6-064F-727F6DA3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14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E4083-FB69-09B9-F4D5-1C1447A5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CB354B-4D3B-6A9E-E3EF-269C4B770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EC6472-8A71-A4F3-9638-B053E62ED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43060-C09D-781F-B883-51B7C60E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3FCB4A-591F-0522-E155-0C494497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9EF5B5-F080-D921-CD65-10B81FC8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5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7E768-BD17-E490-4782-EBAFEF72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15717E-2D5A-CEFF-9256-D51A34A02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0884D-4A0F-982F-614E-E19599B9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F34B5C-AB3A-929E-2B93-E14D90BDE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965093-1808-6902-58E3-4FA114B5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800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1CB00B-F9AB-55D6-2EA7-5B0ED3F53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384319-73DB-5D9A-2E31-5AE2CB8DB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17F59-FCCF-1DFC-1298-0248C59A0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09FE8C-1824-60EA-8101-7E28F9B8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B033B0-35F4-2534-5B1E-EDC51983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83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FC9739-A01B-78D4-BC51-509AD81CE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95BAAD-F6B8-C9F9-7C54-CE179D233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3703E7-0399-F0CA-1968-E04C5288D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5C057-3DA5-4D0B-9615-6B23B89CE81D}" type="datetimeFigureOut">
              <a:rPr lang="zh-CN" altLang="en-US" smtClean="0"/>
              <a:t>2025/7/28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11168-BEB9-4587-7BD8-CC0526305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84DD72-33B7-F376-FA93-07A814A21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5DC25-C466-4DC4-8E42-EF447F7807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42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852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增强 刘</dc:creator>
  <cp:lastModifiedBy>增强 刘</cp:lastModifiedBy>
  <cp:revision>2</cp:revision>
  <dcterms:created xsi:type="dcterms:W3CDTF">2025-07-28T13:36:45Z</dcterms:created>
  <dcterms:modified xsi:type="dcterms:W3CDTF">2025-07-28T13:42:18Z</dcterms:modified>
</cp:coreProperties>
</file>